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E76B"/>
          </a:solidFill>
          <a:ln w="12700">
            <a:solidFill>
              <a:srgbClr val="BCE7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71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BANK  /  QUALITY ENGINEERING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731520"/>
            <a:ext cx="4754880" cy="4754880"/>
          </a:xfrm>
          <a:prstGeom prst="arc">
            <a:avLst/>
          </a:prstGeom>
          <a:noFill/>
          <a:ln w="17780">
            <a:solidFill>
              <a:srgbClr val="376159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1371600"/>
            <a:ext cx="3657600" cy="3657600"/>
          </a:xfrm>
          <a:prstGeom prst="arc">
            <a:avLst/>
          </a:prstGeom>
          <a:noFill/>
          <a:ln w="17780">
            <a:solidFill>
              <a:srgbClr val="376159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3152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BCE76B"/>
          </a:solidFill>
          <a:ln w="12700">
            <a:solidFill>
              <a:srgbClr val="BCE7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3210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3332"/>
                </a:solidFill>
              </a:rPr>
              <a:t>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BCE76B"/>
                </a:solidFill>
              </a:rPr>
              <a:t>NORTHSTAR BANK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measured.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DD2"/>
                </a:solidFill>
              </a:rPr>
              <a:t>Optimize Repetitive Tasks and Improve Productivity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E76B"/>
                </a:solidFill>
              </a:rPr>
              <a:t>Automation resiliency  +  coverage intelligence  +  productivity analytics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is bigger than pass or fail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80"/>
                </a:solidFill>
              </a:rPr>
              <a:t>Regression teams need a measurable view of what was actually tested.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566928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327"/>
                </a:solidFill>
              </a:rPr>
              <a:t>Manual journeys can miss modules and scenarios.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327"/>
                </a:solidFill>
              </a:rPr>
              <a:t>Hardcoded data and locators increase maintenance effort.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327"/>
                </a:solidFill>
              </a:rPr>
              <a:t>Interrupted sessions lose the last known execution state.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327"/>
                </a:solidFill>
              </a:rPr>
              <a:t>A passing test can still hide a meaningful coverage gap.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52360" y="2057400"/>
            <a:ext cx="388620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2057400"/>
            <a:ext cx="73152" cy="2468880"/>
          </a:xfrm>
          <a:prstGeom prst="rect">
            <a:avLst/>
          </a:prstGeom>
          <a:solidFill>
            <a:srgbClr val="D88B27"/>
          </a:solidFill>
          <a:ln w="12700">
            <a:solidFill>
              <a:srgbClr val="D88B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The question we answer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0" y="26974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Which functionality was exercised, what was missed, and what risk remains?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26680" y="3886200"/>
            <a:ext cx="3337560" cy="384048"/>
          </a:xfrm>
          <a:prstGeom prst="roundRect">
            <a:avLst>
              <a:gd name="adj" fmla="val 11905"/>
            </a:avLst>
          </a:prstGeom>
          <a:solidFill>
            <a:srgbClr val="FFF3DF"/>
          </a:solidFill>
          <a:ln w="12700">
            <a:solidFill>
              <a:srgbClr val="FFF3D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3977640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6F17"/>
                </a:solidFill>
              </a:rPr>
              <a:t>PASS / FAIL IS NOT ENOUGH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OBJECTIVE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quality signal across the whole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80"/>
                </a:solidFill>
              </a:rPr>
              <a:t>A focused platform for banking application validation.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207203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734056"/>
            <a:ext cx="1925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Banking 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84678" y="269748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0982" y="2514600"/>
            <a:ext cx="207203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4134" y="2734056"/>
            <a:ext cx="1925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Reusable assets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21301" y="269748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7605" y="2514600"/>
            <a:ext cx="207203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0757" y="2734056"/>
            <a:ext cx="1925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Capture + recovery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57923" y="269748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04227" y="2514600"/>
            <a:ext cx="207203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7379" y="2734056"/>
            <a:ext cx="1925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Gap analyzer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94546" y="269748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40850" y="2514600"/>
            <a:ext cx="2072030" cy="685800"/>
          </a:xfrm>
          <a:prstGeom prst="roundRect">
            <a:avLst>
              <a:gd name="adj" fmla="val 5333"/>
            </a:avLst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14002" y="2734056"/>
            <a:ext cx="1925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Quality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794760"/>
            <a:ext cx="987552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327"/>
                </a:solidFill>
              </a:rPr>
              <a:t>Reduce automation maintenance effort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327"/>
                </a:solidFill>
              </a:rPr>
              <a:t>Externalize test data, locators, and XPath values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327"/>
                </a:solidFill>
              </a:rPr>
              <a:t>Map actions to modules and sub-modules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327"/>
                </a:solidFill>
              </a:rPr>
              <a:t>Calculate coverage, gap, risk, and business impact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PHASE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Prove reusability and self-recovery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80"/>
                </a:solidFill>
              </a:rPr>
              <a:t>The same automation should work before and after functionality is re-enabled.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16992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642616"/>
            <a:ext cx="155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Disable module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11908" y="260604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58212" y="2423160"/>
            <a:ext cx="16992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1364" y="2642616"/>
            <a:ext cx="155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Run reusable test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75760" y="260604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2064" y="2423160"/>
            <a:ext cx="16992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5216" y="2642616"/>
            <a:ext cx="155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Detect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9612" y="260604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5916" y="2423160"/>
            <a:ext cx="16992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9068" y="2642616"/>
            <a:ext cx="155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Re-enable module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3464" y="260604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9768" y="2423160"/>
            <a:ext cx="16992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2920" y="2642616"/>
            <a:ext cx="155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Run unchanged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67316" y="260604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13620" y="2423160"/>
            <a:ext cx="1699260" cy="685800"/>
          </a:xfrm>
          <a:prstGeom prst="roundRect">
            <a:avLst>
              <a:gd name="adj" fmla="val 5333"/>
            </a:avLst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86772" y="2642616"/>
            <a:ext cx="155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3886200"/>
            <a:ext cx="3063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3886200"/>
            <a:ext cx="73152" cy="1143000"/>
          </a:xfrm>
          <a:prstGeom prst="rect">
            <a:avLst/>
          </a:prstGeom>
          <a:solidFill>
            <a:srgbClr val="16A36C"/>
          </a:solidFill>
          <a:ln w="12700">
            <a:solidFill>
              <a:srgbClr val="16A3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External data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4526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Test data, locators, and XPath repositories are kept outside the automation logic.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53712" y="3886200"/>
            <a:ext cx="3063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53712" y="3886200"/>
            <a:ext cx="73152" cy="1143000"/>
          </a:xfrm>
          <a:prstGeom prst="rect">
            <a:avLst/>
          </a:prstGeom>
          <a:solidFill>
            <a:srgbClr val="16A36C"/>
          </a:solidFill>
          <a:ln w="12700">
            <a:solidFill>
              <a:srgbClr val="16A3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Reusable execution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82312" y="4526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A module status change should not require script edits.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3886200"/>
            <a:ext cx="3063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886200"/>
            <a:ext cx="73152" cy="1143000"/>
          </a:xfrm>
          <a:prstGeom prst="rect">
            <a:avLst/>
          </a:prstGeom>
          <a:solidFill>
            <a:srgbClr val="16A36C"/>
          </a:solidFill>
          <a:ln w="12700">
            <a:solidFill>
              <a:srgbClr val="16A3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Evidence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526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The execution result becomes coverage evidence for the analyzer.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PHASE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what regression actually covered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80"/>
                </a:solidFill>
              </a:rPr>
              <a:t>The analyzer compares the application inventory with captured execution paths.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32918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48840"/>
            <a:ext cx="73152" cy="1965960"/>
          </a:xfrm>
          <a:prstGeom prst="rect">
            <a:avLst/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77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Developer inventory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What functionality exists?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Modules, sub-modules, status, risk, and impact.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2148840"/>
            <a:ext cx="32918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148840"/>
            <a:ext cx="73152" cy="1965960"/>
          </a:xfrm>
          <a:prstGeom prst="rect">
            <a:avLst/>
          </a:prstGeom>
          <a:solidFill>
            <a:srgbClr val="16A36C"/>
          </a:solidFill>
          <a:ln w="12700">
            <a:solidFill>
              <a:srgbClr val="16A3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77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Execution evidence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7889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What was exercised?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Manual actions, automation navigation, status, and duration.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148840"/>
            <a:ext cx="32918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148840"/>
            <a:ext cx="73152" cy="1965960"/>
          </a:xfrm>
          <a:prstGeom prst="rect">
            <a:avLst/>
          </a:prstGeom>
          <a:solidFill>
            <a:srgbClr val="D88B27"/>
          </a:solidFill>
          <a:ln w="12700">
            <a:solidFill>
              <a:srgbClr val="D88B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377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Coverage insight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7889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What is the difference?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Missed functionality, risk, business impact, and recommendations.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2"/>
                </a:solidFill>
              </a:rPr>
              <a:t>Coverage % = Covered / Implemented × 100     |     Test Gap % = Missed / Implemented × 100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JSON-first prototype, plugin-ready boundaries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80"/>
                </a:solidFill>
              </a:rPr>
              <a:t>The demo avoids database setup while keeping data external to the application logic.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576072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327"/>
                </a:solidFill>
              </a:rPr>
              <a:t>.NET API exposes authentication, inventory, runs, summaries, and recovery.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327"/>
                </a:solidFill>
              </a:rPr>
              <a:t>React provides the banking workspace and unified dashboard.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327"/>
                </a:solidFill>
              </a:rPr>
              <a:t>JSON files hold users, modules, execution runs, configuration, test data, locators, XPath, and recovery.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327"/>
                </a:solidFill>
              </a:rPr>
              <a:t>The capture boundary can later be connected to Playwright or Selenium.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60920" y="1874520"/>
            <a:ext cx="3977640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1874520"/>
            <a:ext cx="73152" cy="3474720"/>
          </a:xfrm>
          <a:prstGeom prst="rect">
            <a:avLst/>
          </a:prstGeom>
          <a:solidFill>
            <a:srgbClr val="16A36C"/>
          </a:solidFill>
          <a:ln w="12700">
            <a:solidFill>
              <a:srgbClr val="16A3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Data boundary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0" y="25146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users.json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modules.json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runs.json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recovery-state.json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automation-config.json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test-data.json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locators.json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xpath-repository.json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WALKTHROUGH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demo in seven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80"/>
                </a:solidFill>
              </a:rPr>
              <a:t>A short path from sign-in to recovery evidence.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347472" cy="347472"/>
          </a:xfrm>
          <a:prstGeom prst="ellipse">
            <a:avLst/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5681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44752" y="19476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Sign 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874520"/>
            <a:ext cx="347472" cy="347472"/>
          </a:xfrm>
          <a:prstGeom prst="ellipse">
            <a:avLst/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95681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76872" y="19476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Review dashboard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347472" cy="347472"/>
          </a:xfrm>
          <a:prstGeom prst="ellipse">
            <a:avLst/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2549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44752" y="2816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Open modules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2743200"/>
            <a:ext cx="347472" cy="347472"/>
          </a:xfrm>
          <a:prstGeom prst="ellipse">
            <a:avLst/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82549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76872" y="2816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Inspect disabled Disputes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3611880"/>
            <a:ext cx="347472" cy="347472"/>
          </a:xfrm>
          <a:prstGeom prst="ellipse">
            <a:avLst/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9417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44752" y="36850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Start automation capture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3611880"/>
            <a:ext cx="347472" cy="347472"/>
          </a:xfrm>
          <a:prstGeom prst="ellipse">
            <a:avLst/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69417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76872" y="36850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Review execution history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4480560"/>
            <a:ext cx="347472" cy="347472"/>
          </a:xfrm>
          <a:prstGeom prst="ellipse">
            <a:avLst/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5628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44752" y="45537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Refresh and recover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execution result to business signal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80"/>
                </a:solidFill>
              </a:rPr>
              <a:t>The command center makes quality completeness visible.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42316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A36C"/>
                </a:solidFill>
              </a:rPr>
              <a:t>89%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18080"/>
                </a:solidFill>
              </a:rPr>
              <a:t>COVERAGE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11880" y="1965960"/>
            <a:ext cx="242316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2402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88B27"/>
                </a:solidFill>
              </a:rPr>
              <a:t>11%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611880" y="2761488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18080"/>
                </a:solidFill>
              </a:rPr>
              <a:t>TEST GAP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0" y="1965960"/>
            <a:ext cx="242316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2402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A36C"/>
                </a:solidFill>
              </a:rPr>
              <a:t>8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400800" y="2761488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18080"/>
                </a:solidFill>
              </a:rPr>
              <a:t>COVERED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89720" y="1965960"/>
            <a:ext cx="242316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22402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88B27"/>
                </a:solidFill>
              </a:rPr>
              <a:t>1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189720" y="2761488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18080"/>
                </a:solidFill>
              </a:rPr>
              <a:t>MISSED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1005840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327"/>
                </a:solidFill>
              </a:rPr>
              <a:t>Pass/fail status and duration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327"/>
                </a:solidFill>
              </a:rPr>
              <a:t>Executed and missed modules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327"/>
                </a:solidFill>
              </a:rPr>
              <a:t>Risk and business impact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327"/>
                </a:solidFill>
              </a:rPr>
              <a:t>Automation trends and recovery reports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RECOVERY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Never lose the last meaningful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80"/>
                </a:solidFill>
              </a:rPr>
              <a:t>The latest execution state is saved and available after an interruption.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16992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642616"/>
            <a:ext cx="155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11908" y="260604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58212" y="2423160"/>
            <a:ext cx="16992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1364" y="2642616"/>
            <a:ext cx="155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75760" y="260604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2064" y="2423160"/>
            <a:ext cx="16992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5216" y="2642616"/>
            <a:ext cx="155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9612" y="260604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5916" y="2423160"/>
            <a:ext cx="16992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9068" y="2642616"/>
            <a:ext cx="155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Statements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3464" y="260604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9768" y="2423160"/>
            <a:ext cx="16992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2920" y="2642616"/>
            <a:ext cx="155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Loans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67316" y="260604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13620" y="2423160"/>
            <a:ext cx="1699260" cy="685800"/>
          </a:xfrm>
          <a:prstGeom prst="roundRect">
            <a:avLst>
              <a:gd name="adj" fmla="val 5333"/>
            </a:avLst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86772" y="2642616"/>
            <a:ext cx="155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Disconnected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315468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3840480"/>
            <a:ext cx="73152" cy="1280160"/>
          </a:xfrm>
          <a:prstGeom prst="rect">
            <a:avLst/>
          </a:prstGeom>
          <a:solidFill>
            <a:srgbClr val="D88B27"/>
          </a:solidFill>
          <a:ln w="12700">
            <a:solidFill>
              <a:srgbClr val="D88B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Saved checkpoint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Run ID · user · role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Last action · current 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Timestamp · reason · status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3840480"/>
            <a:ext cx="315468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3840480"/>
            <a:ext cx="73152" cy="1280160"/>
          </a:xfrm>
          <a:prstGeom prst="rect">
            <a:avLst/>
          </a:prstGeom>
          <a:solidFill>
            <a:srgbClr val="16A36C"/>
          </a:solidFill>
          <a:ln w="12700">
            <a:solidFill>
              <a:srgbClr val="16A3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Resume context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5488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The recovery banner identifies the latest completed action and opens the recovery report.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3840480"/>
            <a:ext cx="315468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840480"/>
            <a:ext cx="73152" cy="1280160"/>
          </a:xfrm>
          <a:prstGeom prst="rect">
            <a:avLst/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Management evidence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The interruption becomes visible execution history instead of lost context.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productivity outcome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80"/>
                </a:solidFill>
              </a:rPr>
              <a:t>The platform turns fragmented test activity into reusable evidence.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2011680"/>
            <a:ext cx="530352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327"/>
                </a:solidFill>
              </a:rPr>
              <a:t>Lower automation maintenance effort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327"/>
                </a:solidFill>
              </a:rPr>
              <a:t>Fewer hardcoded values and brittle scripts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327"/>
                </a:solidFill>
              </a:rPr>
              <a:t>Faster validation cycles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327"/>
                </a:solidFill>
              </a:rPr>
              <a:t>Reduced regression escape risk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327"/>
                </a:solidFill>
              </a:rPr>
              <a:t>Clearer module-level coverage visibility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327"/>
                </a:solidFill>
              </a:rPr>
              <a:t>Actionable management reporting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0" y="2011680"/>
            <a:ext cx="4114800" cy="3291840"/>
          </a:xfrm>
          <a:prstGeom prst="roundRect">
            <a:avLst>
              <a:gd name="adj" fmla="val 1389"/>
            </a:avLst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560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CE76B"/>
                </a:solidFill>
              </a:rPr>
              <a:t>QUALITY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BCE76B"/>
                </a:solidFill>
              </a:rPr>
              <a:t>CONFIDENCE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543800" y="3794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measured at the level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of real functionality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demonstrator to automation plugin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80"/>
                </a:solidFill>
              </a:rPr>
              <a:t>The prototype establishes the workflow; these additions complete the production story.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749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73152" cy="3246120"/>
          </a:xfrm>
          <a:prstGeom prst="rect">
            <a:avLst/>
          </a:prstGeom>
          <a:solidFill>
            <a:srgbClr val="16A36C"/>
          </a:solidFill>
          <a:ln w="12700">
            <a:solidFill>
              <a:srgbClr val="16A3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94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Implemented in this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606040"/>
            <a:ext cx="4663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React banking workspace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.NET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JSON persistence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Coverage 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Disabled module demonstration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Recovery checkpoints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Execution history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0749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65960"/>
            <a:ext cx="73152" cy="3246120"/>
          </a:xfrm>
          <a:prstGeom prst="rect">
            <a:avLst/>
          </a:prstGeom>
          <a:solidFill>
            <a:srgbClr val="D88B27"/>
          </a:solidFill>
          <a:ln w="12700">
            <a:solidFill>
              <a:srgbClr val="D88B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194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7"/>
                </a:solidFill>
              </a:rPr>
              <a:t>Next implementation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663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Playwright or Selenium runner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Real plugin integration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Admin and Developer workflows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Network interruption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PDF/CSV reporting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Dynamic recommendations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80"/>
                </a:solidFill>
              </a:rPr>
              <a:t>25-module sample inventory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CLOSE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resiliency. Coverage intelligence. Productivity analytics.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80"/>
                </a:solidFill>
              </a:rPr>
              <a:t>A unified quality engineering platform for more reliable banking releases.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207203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734056"/>
            <a:ext cx="1925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Build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84678" y="269748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0982" y="2514600"/>
            <a:ext cx="207203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4134" y="2734056"/>
            <a:ext cx="1925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Capture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21301" y="269748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7605" y="2514600"/>
            <a:ext cx="207203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0757" y="2734056"/>
            <a:ext cx="1925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Correlate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57923" y="269748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04227" y="2514600"/>
            <a:ext cx="207203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7379" y="2734056"/>
            <a:ext cx="1925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7"/>
                </a:solidFill>
              </a:rPr>
              <a:t>Understand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94546" y="2697480"/>
            <a:ext cx="12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6C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40850" y="2514600"/>
            <a:ext cx="2072030" cy="685800"/>
          </a:xfrm>
          <a:prstGeom prst="roundRect">
            <a:avLst>
              <a:gd name="adj" fmla="val 5333"/>
            </a:avLst>
          </a:prstGeom>
          <a:solidFill>
            <a:srgbClr val="103332"/>
          </a:solidFill>
          <a:ln w="12700">
            <a:solidFill>
              <a:srgbClr val="103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14002" y="2734056"/>
            <a:ext cx="1925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Improve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3332"/>
                </a:solidFill>
              </a:rPr>
              <a:t>Thank you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Northstar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Bank Quality Platform</dc:title>
  <dc:subject>Hackathon solution proposal</dc:subject>
  <dc:creator>Northstar Bank Quality Engineering</dc:creator>
  <cp:lastModifiedBy>Northstar Bank Quality Engineering</cp:lastModifiedBy>
  <cp:revision>1</cp:revision>
  <dcterms:created xsi:type="dcterms:W3CDTF">2026-09-17T05:46:18Z</dcterms:created>
  <dcterms:modified xsi:type="dcterms:W3CDTF">2026-09-17T05:46:18Z</dcterms:modified>
</cp:coreProperties>
</file>